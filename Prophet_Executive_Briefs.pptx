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24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945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</a:t>
            </a:r>
            <a:endParaRPr lang="en-US" sz="6000" b="1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82880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Intelligence Briefs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Retention, Sales Intelligence &amp; Competitive Strategy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98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Dental Marketing  |  April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CBCD536-AE38-4739-2D89-8627628A5267}"/>
              </a:ext>
            </a:extLst>
          </p:cNvPr>
          <p:cNvSpPr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Built by William Summers</a:t>
            </a:r>
            <a:endParaRPr lang="en-US" sz="9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49A5758-6395-CDE6-0E1A-2E78C2D87C37}"/>
              </a:ext>
            </a:extLst>
          </p:cNvPr>
          <p:cNvSpPr/>
          <p:nvPr/>
        </p:nvSpPr>
        <p:spPr>
          <a:xfrm>
            <a:off x="548640" y="180594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Isn’t Just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It’s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</a:t>
            </a:r>
            <a:r>
              <a:rPr lang="en-US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r>
              <a:rPr lang="en-US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r>
              <a:rPr lang="en-US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Strategy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is PDM’s AI intelligence platform. It connects directly to Salesforce and gives Account Managers, Coaches and Sales Reps real-time intelligence about clients, prospects, and competitors — seeing churn, renewals, competitive threats, and opportunities before they become obvious.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average client length from 2 years to 8 years. At 8 years, annual churn drops from 35.7% to 12.5% — protecting $4M+ in annual revenue.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26517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9456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94560" y="3108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26517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31920" y="3108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6517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$4M+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3108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26517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06640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SYSTEMS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06908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069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08760" y="406908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08760" y="4069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0" y="406908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0" y="4069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77640" y="406908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77640" y="4069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Chat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12080" y="406908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12080" y="4069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406908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4069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80960" y="406908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680960" y="4069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AGENCY COMPETITIVE INTELLIGENCE SCANNER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 competitor agencies. Discover their clients. Build prospecting lists.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732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AGENCY AUDIT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competitor agency website, services, pricing signals, tech stack, team size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1691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86868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43400" y="96012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DISCOVERY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technical fingerprints to identify their actual client list from web footprints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1691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09360" y="86868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69480" y="96012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6948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465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PACKAGE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spreadsheet + Salesforce write-back with Why Switch to PDM pitch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AGENCY FINGERPRINTS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1965960" cy="3657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Duda DFP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3429000"/>
            <a:ext cx="1965960" cy="3657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5176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MD</a:t>
            </a: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WP + Elementor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429000"/>
            <a:ext cx="1965960" cy="3657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 Engine</a:t>
            </a: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 stack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3429000"/>
            <a:ext cx="1965960" cy="3657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DentalROI</a:t>
            </a: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WP themes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886200"/>
            <a:ext cx="1965960" cy="3657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Dental</a:t>
            </a: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Duda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3886200"/>
            <a:ext cx="1965960" cy="3657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5176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 Prospects</a:t>
            </a: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GoHighLevel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886200"/>
            <a:ext cx="1965960" cy="3657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Lead Machine</a:t>
            </a: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ClickFunnels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480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45920" y="44805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645920" y="4480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Leadership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566160" y="44805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566160" y="4480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0" y="44805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0" y="4480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GATES &amp; MEASUREMENT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4688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MEASURED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 Discovered per Scan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30%+ of estimated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quality gate: floor 20, cap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Thoroughness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or Deep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(60%+), Moderate (30-59%), Shallow (&lt;30%)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Agencies Fingerprinted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signatures validated via live client scans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Persistence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to Salesforce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Competitor_Snapshot__c + Scan_Analysis__c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tabs per scan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Clients, Service Comparison, Overlap, Why Switch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57200" y="356616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get ready-made prospecting lists of practices already buying marketing services. These are not cold leads — they’re warm switchers. Every client comes with a specific “Why Switch to PDM” pitch. Intelligence compounds with every quarterly re-scan.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NIGHTLY CHURN SCANNER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financial report. A real-time scan of the true operational health of every active account.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 SCORING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3E27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THIS IS NOT A FINANCIAL CHURN REPORT.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scans the true operational health of every active account based on AM engagement, unresolved issues, and renewal proximity.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recently the AM touched the account. Based on LastActivityDate. No contact = score drops.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HEALTH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 count and priority. Unresolved high-priority issues signal risk before the client says it.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9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5508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RENEWAL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Contract_Renewal_Date__c. Approaching renewal without engagement = highest risk.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TIERS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2743200" cy="41148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HEALTHY (70-100)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429000"/>
            <a:ext cx="1828800" cy="411480"/>
          </a:xfrm>
          <a:prstGeom prst="rect">
            <a:avLst/>
          </a:prstGeom>
          <a:solidFill>
            <a:srgbClr val="FDD8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46120" y="3429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(50-69)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3429000"/>
            <a:ext cx="1828800" cy="41148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20640" y="3429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RISK (30-49)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3429000"/>
            <a:ext cx="1828800" cy="411480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95160" y="3429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(0-29)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3E27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40416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OVERRIDE: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with open Refund Requests are forced to CRITICAL regardless of composite score.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 &amp; ALERTS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FLOW — 11:00 PM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143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Schedule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45920" y="11430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0" y="1143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Active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80360" y="1143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11430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08960" y="1143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43400" y="1143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0" y="11430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1143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Tier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06440" y="1143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35040" y="11430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1143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69480" y="1143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498080" y="11430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0" y="1143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SIGNALS DETECTED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05740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Refund Requests → forced to Critical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Change Orders → immediate escalation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flags → billing risk signal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Cancellation/Pause Request Date → leading churn indicator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Status → manual attention flag from 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CHANNELS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2103120"/>
            <a:ext cx="3657600" cy="3657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0" y="2103120"/>
            <a:ext cx="73152" cy="365760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5780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#churn-alerts  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accounts — immediate AM attention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560320"/>
            <a:ext cx="3657600" cy="3657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0" y="2560320"/>
            <a:ext cx="73152" cy="36576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5780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#churn-alerts  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drops — Watch → At Risk, etc.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3017520"/>
            <a:ext cx="3657600" cy="3657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29200" y="3017520"/>
            <a:ext cx="73152" cy="36576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578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#foresight-log  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scan summary — all tiers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0" y="3474720"/>
            <a:ext cx="3657600" cy="3657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29200" y="3474720"/>
            <a:ext cx="73152" cy="36576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5780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Tasks  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per account on tier drop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480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5920" y="44805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645920" y="4480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566160" y="44805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66160" y="4480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Leadership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0" y="44805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86400" y="4480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Team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137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sf_get_churn_risk_accounts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1,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"/>
            <a:ext cx="8229600" cy="0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ACCOUNTS AT RISK OF CHURNING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841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accounts flagged  |  1,265 active accounts scanned  |  Sorted by composite health score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51560" y="1188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Boulevard Dental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13898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$2,699/mo  |  Shelby Dorvil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0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contact 43 days ago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ends in 29 days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Cancel/pause request on file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783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783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20574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51560" y="1783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Akron Area Oral &amp; Facial Surgery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19842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unknown  |  Tara Schulman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 in 166 days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Cancel/pause request on file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attention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3774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26517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51560" y="2377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Remmers Dental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25786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$7,699/mo  |  Corey Sokolov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expired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Cancel/pause request on file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attention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971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9718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32461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5156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Idaho Perio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3172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$15,448/mo  |  Lisa Maisonet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1480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expired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Cancel/pause request on file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attention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5661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3566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3840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51560" y="3566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Solution Dental Implant Centers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" y="37673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$84,898/mo  |  Stephanie Bolivar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1148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expired — PLATINUM TIER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Cancel/pause request on file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attention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3D1111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53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AT RISK: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$110,744/mo MRR across top 5 accounts  |  $1.3M+ annualized exposure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PIPELINE REVIVAL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deals that ghosted you. Analyze why they went cold. Revive them with intelligence.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RAISE THE GHOSTS — EVERY MONDAY 7 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" y="868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" y="868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7160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00200" y="868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00200" y="868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63240" y="868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63240" y="868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with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Data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26280" y="868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868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Pipeline_Revival__c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89320" y="868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868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Each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2376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52360" y="868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2360" y="868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SEARCH CATEGORIES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178308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18105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Opportunities
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with no activity for 30+ days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178308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29000" y="18105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Accounts
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TCI/Prospect accounts with VideoCall history but no follow-up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18105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Leads
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that went silent after initial engagement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2606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WENT COLD — AI-DETERMINED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88036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74520" y="288036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7452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288036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88036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0916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288036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2648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Next Step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43800" y="288036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4380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33375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REVIVAL LIFECYCLE (Pipeline_Revival__c)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6118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92024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2148840" y="36118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14884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1188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3840480" y="36118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84048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0352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532120" y="36118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53212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Received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99516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7223760" y="36118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22376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Sales Rep receives a personalized HTML email every Monday with their ghost list: name, days silent, type, last topic, and why they went cold.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645920" y="452628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64592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566160" y="452628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56616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Leadership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NIGHTLY CONVERSATION INTELLIGENCE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analyzed. Every signal extracted. The dataset that makes Prophet smarter.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 PROCESSING PIPELINE — NIGHTLY 1 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VideoCall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3736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8686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868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49040" y="8686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868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1208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0" y="8686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0" y="868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Call_Intelligence__c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4944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23760" y="8686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3760" y="868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Alert?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1463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EXTRACTED PER CALL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17373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 (-100 to +100)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Label (Pos/Neg/Neutral/Mixed)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Shift (Improved/Stable/Declined)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 Discussed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Made (who promised what)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 Detected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173736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Mentions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Reached (yes/no)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Signal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Required (yes/no)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Concern Detected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Pause/Cancel Language Detected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3E27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6758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 PATH: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risk signals or pause/cancel language detected → immediately creates Salesforce Task for AM + updates Account.Sentiment_Trend__c to “Declining.”  Rate limit: 50 calls per nightly run.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training data that makes Prophet smarter over time. Every call analyzed becomes part of PDM’s proprietary intelligence dataset. No competitor has this.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PROSPECT RESEARCH ENGINE V2.0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21-section intelligence report. Patient psychology. Safety hierarchy. Competitive gap mapping. Auto-generated Gamma deck.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TWO-TOOL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Pre-Check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(existing records?)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8686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0" y="868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Research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(market + competition)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2900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8686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868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21-Section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6636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94960" y="8686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0" y="868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03720" y="868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32320" y="86868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0" y="868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Deck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slides)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UPGRADE: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from 16 to 21 sections. Added patient psychology, clinical authority assessment, safety hierarchy, patient decision journey, 3-engine growth system, and full competitive gap mapping.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(16 SECTIONS)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1945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demographics &amp; competitive landscape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website &amp; SEO audit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&amp; Maps analysis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analysis &amp; opportunity gaps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summary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(21 SECTIONS) — NEW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1945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Psychology &amp; Trust Architecture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Authority Assessment (guided surgery, candidacy, sedation)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Signal Assessment &amp; Local Differentiation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Hierarchy — why patients choose one doctor over another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Decision Journey — SEARCH → COMPARE → VALIDATE → UNDERSTAND → COMMIT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You Do Nothing" — 12-month competitive erosion projection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3-Engine Growth System — Visibility / Authority / Conversion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Competitive Gap Summary — every PDM product mapped vs. competitor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walk into discovery calls with patient psychology scripts, clinical authority talking points, and a 12-slide authority-framed Gamma deck. No competitor agency has anything close.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3-ENGINE GROWTH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Prophet frames PDM's value — not a list of services, but three integrated engines: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Found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organic rankings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optimization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generation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FA6"/>
                </a:solidFill>
              </a:rPr>
              <a:t>➤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Trusted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authority video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proof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CBCT &amp; guided surgery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FA6"/>
                </a:solidFill>
              </a:rPr>
              <a:t>➤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Chosen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psychology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Fear-reduction architecture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confidence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acceptance optimization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LINE:  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marketing companies help you get found. We help you get found, trusted, AND chosen. That's three engines, not one — and it's why our clients close more of the leads they generate."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0" y="457200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45920" y="4572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66160" y="457200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66160" y="4572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Leadership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AM SYNOPSIS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Manager’s Monday morning brief. Prepared calls. Zero surprises.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 MORNING INTELLIGENCE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accounts with scheduled alignment calls this week, each enriched with: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25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Tier
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health score and tier color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325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
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 at stake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10312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2402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148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Contact
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AM touchpoint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63440" y="210312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2402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57800" y="2148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Refund Requests
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churn signal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292608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06324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Contact
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 doctor was reached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663440" y="292608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06324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5780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Proximity
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until contract renewal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talking points generated per account. 6 parallel Salesforce queries for maximum speed.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457200" y="4480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800" dirty="0"/>
          </a:p>
        </p:txBody>
      </p:sp>
      <p:sp>
        <p:nvSpPr>
          <p:cNvPr id="26" name="Shape 18"/>
          <p:cNvSpPr/>
          <p:nvPr/>
        </p:nvSpPr>
        <p:spPr>
          <a:xfrm>
            <a:off x="1645920" y="44805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1645920" y="4480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137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sf_get_weekly_synopsis + sf_get_renewal_pipeline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1,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"/>
            <a:ext cx="8229600" cy="0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 MORNING INTELLIGENCE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841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accounts with scheduled calls  |  2 renewals in next 30 days  |  0 open refund requests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12618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Seville Dental Aesthetics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1481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 |  $14,948/mo  |  Taylor Coppage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32588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RENEWAL TODAY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87452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19476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Boulevard Dental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21671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|  $2,699/mo  |  Shelby Dorvil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0" y="201168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CANCEL REQUEST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" y="2633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DD8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Fadi Assaf DDS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28529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 |  unknown  |  Gerritt Cora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269748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14+ DAYS NO CONTACT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PIPELINE — NEXT 30 DAYS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Seville Dental Aesthetics
</a:t>
            </a:r>
            <a:r>
              <a:rPr lang="en-US" sz="8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Renews TODAY  |  $14,948/mo  |  Gold Tier  |  Flagged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61188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3611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Boulevard Dental
</a:t>
            </a:r>
            <a:r>
              <a:rPr lang="en-US" sz="8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Renews in 29 days  |  $2,699/mo  |  Cancel/Pause request on file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 renewing: </a:t>
            </a:r>
            <a:r>
              <a:rPr lang="en-US" sz="12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$17,647/mo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0" y="4343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accounts have NEVER had doctor contact logged — coaching opportunity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PRE-CALL BRIEF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intelligence package for any account. 10 parallel queries. One unified brief.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10-QUERY INTELLIGENCE ASSEMBLY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3E27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914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Overview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Intel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91440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914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Snapshot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417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41732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1417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1417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Transition History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1417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AI Summary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192024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Contacts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192024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92024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192024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account ID or name (fuzzy search). Pulls 25+ account fields, contacts with doctor/primary flags, full task notes with Spoke_with_Doctor__c, and Zoom Meeting AI Summaries.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0" y="44805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645920" y="4480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566160" y="44805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66160" y="4480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137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sf_get_pre_call_brief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1,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"/>
            <a:ext cx="8229600" cy="0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PRE-CALL BRIEF: SEVILLE DENTAL AESTHETICS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3D1111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53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ALERT: 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 EVENT ACCOUNT — Conference ticket purchaser, not Phase 2 marketing client. Goal: convert to active Phase 2.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8640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Active | TCI: Member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55448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337560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$14,948/mo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26480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($10k-$19,999)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0312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1396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CONTACT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8640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days ago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10312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21396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37560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53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 1, 2026 (TODAY)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10312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21396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126480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44/100 — At Risk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CONTACTS (9)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2971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Anna Wilson (Dentist)  |  dr.anna@sevilledentalaesthetics.com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1546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Rita Garabet (Dentist)  |  dr.rita@sevilledentalaesthetics.com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3375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 Pierpont  |  TCI Progress: Level 1 Complete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0" y="2743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PRODUCTS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297180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&amp; Photography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95160" y="297180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9516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29200" y="324612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 Events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95160" y="324612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9516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 Mentorship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0" y="3566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USING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3749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  |  PPC  |  SEO  |  Traditional Media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3657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ACTIVITY (8 items in last 90 days)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38587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25: Q2 Growth Updates &amp; Events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17: Targeting Confirmation &amp; Updates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10: Budget transitioned entirely to Social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448056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1A3A2A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TALKING POINT: 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 score (20) — establish regular check-in cadence. Renewal is TODAY.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08-11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INTELLIGENCE SUITE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Reports • Churn Risk Ranking • Renewal Pipeline • Upsell Opportunities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TOOLS, ONE INTELLIGENCE LAYER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326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ACCOUNT HEALTH REPORT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325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health analysis for a single account. Full breakdown: Engagement (40%), Case Health (30%), Renewal (30%). Includes MRR, tier, active services, delinquency status.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AMs, AM Leadership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63440" y="8229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9601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9326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6928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CHURN RISK RANKING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00600" y="1325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of accounts most likely to churn. Refund Requests forced to top. Signals: Cancellation Change Orders, delinquency, pause requests. Default top 25 below score 50.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80060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AMs, Leadership, Execs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57200" y="25603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974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670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630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RENEWAL PIPELINE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94360" y="3063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renewals sorted by date with health enrichment. Each shows health score, tier, MRR at risk, days until renewal. Configurable lookahead window.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9436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AMs, AM Leadership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663440" y="25603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974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12080" y="2670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6692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UPSELL OPPORTUNITIES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800600" y="3063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which PDM services each client does NOT have. Cross-references active Assets vs. full product catalog. Only targets healthy accounts.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80060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AMs, Sales Leadership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137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sf_get_account_health_report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1,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"/>
            <a:ext cx="8229600" cy="0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 REPORT: SEVILLE DENTAL AESTHETICS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Taylor Coppage  |  Active  |  TCI: Member  |  $14,948/mo  |  Gold Tier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9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44/100  </a:t>
            </a:r>
            <a:r>
              <a:rPr lang="en-US" sz="1400" dirty="0">
                <a:solidFill>
                  <a:srgbClr val="FF9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RISK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474720" y="1417320"/>
            <a:ext cx="5029200" cy="274320"/>
          </a:xfrm>
          <a:prstGeom prst="roundRect">
            <a:avLst>
              <a:gd name="adj" fmla="val 20000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1417320"/>
            <a:ext cx="2212848" cy="274320"/>
          </a:xfrm>
          <a:prstGeom prst="roundRect">
            <a:avLst>
              <a:gd name="adj" fmla="val 20000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ENGAGEMENT (40%)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2176272"/>
            <a:ext cx="5486400" cy="219456"/>
          </a:xfrm>
          <a:prstGeom prst="roundRect">
            <a:avLst>
              <a:gd name="adj" fmla="val 20833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77440" y="2176272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01000" y="2148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53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20/100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2377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calls, 8 emails, 0 meetings in last 30 days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HEALTH (30%)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7440" y="2724912"/>
            <a:ext cx="5486400" cy="219456"/>
          </a:xfrm>
          <a:prstGeom prst="roundRect">
            <a:avLst>
              <a:gd name="adj" fmla="val 20833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377440" y="2724912"/>
            <a:ext cx="5486400" cy="219456"/>
          </a:xfrm>
          <a:prstGeom prst="roundRect">
            <a:avLst>
              <a:gd name="adj" fmla="val 20833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01000" y="2697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100/100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29260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cases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RENEWAL (30%)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77440" y="3273552"/>
            <a:ext cx="5486400" cy="219456"/>
          </a:xfrm>
          <a:prstGeom prst="roundRect">
            <a:avLst>
              <a:gd name="adj" fmla="val 20833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377440" y="3273552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01000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53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20/100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0" y="3474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has expired — renewal is TODAY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137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sf_get_upsell_opportunities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1,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"/>
            <a:ext cx="8229600" cy="0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UPSELL OPPORTUNITIES BY MRR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841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accounts with product gaps identified  |  Sorted by monthly recurring 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ACCOUNT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2608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MRR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PRODUCTS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9224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Day Smile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$95,448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PPC, SEO, Social, TCI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9224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Video, Traditional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Solution Dental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0" y="1828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$84,898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PPC, SEO, Social, TCI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9224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Video, Traditional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Ferber Dental Group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$76,448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PPC, SEO, Social, TCI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Video, Traditional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 Dental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2608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$66,448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PPC, Social, TCI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9224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Web, Video, Trad.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Associates of Aurora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926080" y="2788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$60,749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PPC, SEO, Social, TCI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9224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Video, Traditional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 Smile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92608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$57,948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PPC, SEO, Social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9224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TCI, Web, Video, Trad.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MoArk Dental &amp; Implants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26080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$56,448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148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PPC, SEO, Social, TCI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9224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Video, Traditional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4864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Northside &amp; Golden Oak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92608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$51,199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1480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PPC, SEO, Social, TCI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49224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Video, Traditional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38862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1A3A2A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0080" y="3886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COMBINED MRR WITH GAPS: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$549,586/mo across top 8 accounts  |  Every gap = a specific PDM product they can buy today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12-13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RETRIEVAL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Intelligence • Competitive Alerts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ON-DEMAND INTELLIGENCE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3662172"/>
          </a:xfrm>
          <a:prstGeom prst="roundRect">
            <a:avLst>
              <a:gd name="adj" fmla="val 2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914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 INTELLIGENCE RETRIEVAL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call summaries for any account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Zoom Meeting AI, Phone AI, Call_Intelligence__c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Lookback: 90 days default, up to 5 calls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full transcript inclusion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trends across multiple calls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3931920" cy="3662172"/>
          </a:xfrm>
          <a:prstGeom prst="roundRect">
            <a:avLst>
              <a:gd name="adj" fmla="val 2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868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40680" y="914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ALERTS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report from stored competitor snapshots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gaining reviews, launching ads, entering Maps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mapped to a specific PDM product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conversation contexts: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3058160"/>
            <a:ext cx="3566160" cy="256032"/>
          </a:xfrm>
          <a:prstGeom prst="roundRect">
            <a:avLst>
              <a:gd name="adj" fmla="val 10714"/>
            </a:avLst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3058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Prospect  </a:t>
            </a: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Close the deal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92040" y="3378200"/>
            <a:ext cx="3566160" cy="256032"/>
          </a:xfrm>
          <a:prstGeom prst="roundRect">
            <a:avLst>
              <a:gd name="adj" fmla="val 10714"/>
            </a:avLst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3378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  </a:t>
            </a: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Upsell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92040" y="3698240"/>
            <a:ext cx="3566160" cy="256032"/>
          </a:xfrm>
          <a:prstGeom prst="roundRect">
            <a:avLst>
              <a:gd name="adj" fmla="val 10714"/>
            </a:avLst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3698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 </a:t>
            </a: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Proof + expand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92040" y="4018280"/>
            <a:ext cx="3566160" cy="256032"/>
          </a:xfrm>
          <a:prstGeom prst="roundRect">
            <a:avLst>
              <a:gd name="adj" fmla="val 10714"/>
            </a:avLst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4018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Paused/Cancel  </a:t>
            </a: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Save play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14-17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&amp; COACHING INTELLIGENCE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Pipeline • Lead Intelligence • Renewal Proof • AM Coaching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FOR EVERY ROLE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932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 PIPELINE SYNOPSIS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morning brief for Sales Reps. Top prospects by LTB score, leads needing research, stale opportunities, recommended first calls.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914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32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INTELLIGENCE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pre-call brief for any Lead. Pardot engagement (UTM, score, grade, campaign), research scores, activity history, competitor snapshots.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RENEWAL PROOF PACKAGE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017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Auto-assembles renewal narrative: baseline vs. current maturity, competitive position change, sentiment trend. Auto-generates Gamma deck.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 COACHING BRIEF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017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Manager-facing dashboard per AM: health tier distribution, doctor contact rates, MRR managed, activity frequency, at-risk count. Data-driven 1:1s.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Leadership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18-21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OPERATIONAL TOOLS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Scanner • Activity Logging • Event Pipeline • Practice Competitor Scan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OPERATIONS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NIGHTLY HEALTH SCANNER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188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recalculation of health scores for all active accounts. Writes Health_Score__c, Health_Tier__c, Health_Score_Date__c. Detects tier drops, creates AM Tasks automatically. Powers Workflow 3.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 LOGGING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logging: Call, Email, Meeting, or Note. Creates completed Task in Salesforce linked to Account and optionally Contact. One command, done.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 CONVERSION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1089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TCI Event attendees (FABC, FAGC) through the conversion funnel. Ticket buyer → prospect → client pipeline visibility.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749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 COMPETITOR SCAN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4069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individual competing dental practices. Tracks reviews, velocity, Maps ranking, ads, website, social. Stores snapshots for quarterly delta comparison.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498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0B429"/>
                </a:solidFill>
                <a:latin typeface="Calibri" panose="020F0502020204030204" pitchFamily="34" charset="0"/>
                <a:ea typeface="Arial Black" pitchFamily="34" charset="-122"/>
                <a:cs typeface="Calibri" panose="020F0502020204030204" pitchFamily="34" charset="0"/>
              </a:rPr>
              <a:t>ONE MORE THING…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PERSONAL ASSISTANT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28600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AI team member on every phone. Text, voice, or photo — Prophet responds in seconds with live Salesforce intelligence.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966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32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is Coastal Dental doing?"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health reports, pre-call briefs, churn risk lists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27432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2966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332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 from your car.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transcribes, routes, and logs to Salesforce.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2966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332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whiteboard or meeting notes.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extracts and saves to the account.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03720" y="27432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2966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332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MORNING BRIEF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6:30 AM every weekday. Your calls,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alerts, stale accounts, and actions.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6:30 AM MORNING BRIEF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texts first. Every weekday morning, each team member receives a personalized intelligence brief before their first coffee.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3474720"/>
          </a:xfrm>
          <a:prstGeom prst="roundRect">
            <a:avLst>
              <a:gd name="adj" fmla="val 3158"/>
            </a:avLst>
          </a:prstGeom>
          <a:solidFill>
            <a:srgbClr val="1A26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morning, Sarah. Here’s your Tuesday brief.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Today’s Calls (3)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 — Smile Design Tampa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 Health dropped to 41. PPC frustration detected.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 AM — Dr. Chen (renewal in 18 days)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PM — New prospect discovery call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Attention Needed (2 accounts — $97k/mo)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Boulevard Dental — contract ends in 29 days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One Solution — $84.9k/mo at risk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3 things I can do for you right now: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Pre-call brief for Smile Design Tampa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Draft save play email for Boulevard Dental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Research the Phoenix lead from last night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1, 2, 3, or "all" to execute.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60720" y="1188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RUNS OVERNIGHT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150876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97880" y="1527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 Scan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97880" y="17099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tomorrow’s meetings with Salesforce accounts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760720" y="205740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97880" y="20756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Churn Alerts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97880" y="22585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that crossed a threshold since yesterday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0" y="260604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97880" y="26243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Stale Accounts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97880" y="28072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 days no contact, sorted by MRR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760720" y="315468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97880" y="3172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Renewal Countdown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97880" y="33558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inside 30 days without a deck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760720" y="370332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97880" y="37216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Suggestions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97880" y="39044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“here’s what moves the needle today”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4709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45920" y="47091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64592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566160" y="47091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56616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0" y="47091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NATURAL LANGUAGE COMMANDS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menus. No training. Just text what you need in plain English.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❤️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is Coastal Dental doing?"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Account Health Report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"Brief me for Dr. Martinez"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Pre-Call Brief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"Who’s at risk?"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Churn Risk Accounts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78308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week"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Weekly AM Synopsis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42316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"Research Smile Design in Tampa"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Prospect Research Engine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242316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✍️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left Dr. Chen. He’s renewing."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 Account Note to SF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06324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108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"Renewals"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Renewal Pipeline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306324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3108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"Upsell opportunities"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Upsell Analysis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70332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8640" y="3749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👻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"Dead deals"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14400" y="3977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Raise the Ghosts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370332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3749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🎙️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[Send a voice note from your car]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3977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Transcribe → Route → Execute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434340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8640" y="4389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📷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4400" y="4370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[Send a photo of whiteboard notes]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14400" y="4617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Extract → Save to Salesforce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NOW. Built and tested April 1, 2026. Running on Telegram via @ProphetPDMBot.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PROPHET FLYWHEEL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22860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0" y="8229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0" y="868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
PROSPECT
</a:t>
            </a: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written to Salesforce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4924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6"/>
                </a:solidFill>
              </a:rPr>
              <a:t>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3504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
TO CLIENT
</a:t>
            </a: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locked forever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7804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6"/>
                </a:solidFill>
              </a:rPr>
              <a:t>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274320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0" y="2788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
SERVICES
</a:t>
            </a: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tracked, calls analyzed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2084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6"/>
                </a:solidFill>
              </a:rPr>
              <a:t>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8404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3886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
RE-RESEARCH
</a:t>
            </a: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updated, threats surfaced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6"/>
                </a:solidFill>
              </a:rPr>
              <a:t>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0" y="38404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
PROOF
</a:t>
            </a: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evidence assembled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6"/>
                </a:solidFill>
              </a:rPr>
              <a:t>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274320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2788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&amp;
GROW
</a:t>
            </a: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point compounds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744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B429"/>
                </a:solidFill>
              </a:rPr>
              <a:t>➤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0" y="2103120"/>
            <a:ext cx="2743200" cy="13716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0" y="2194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INTERACTION
</a:t>
            </a: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MAKES PROPHET
</a:t>
            </a:r>
            <a:r>
              <a:rPr lang="en-US" sz="1400" b="1" dirty="0">
                <a:solidFill>
                  <a:srgbClr val="00BF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SMARTER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2468068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sees what’s coming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it arrives.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200400" y="3656788"/>
            <a:ext cx="274320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9311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Built by William Summers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2968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Dental Marketing  |  2026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DADBF3-A621-D24B-D33D-F208EDFA89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26" t="19859" r="22845" b="38528"/>
          <a:stretch>
            <a:fillRect/>
          </a:stretch>
        </p:blipFill>
        <p:spPr>
          <a:xfrm>
            <a:off x="3387686" y="402336"/>
            <a:ext cx="2368628" cy="18043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3562</Words>
  <Application>Microsoft Macintosh PowerPoint</Application>
  <PresentationFormat>On-screen Show (16:9)</PresentationFormat>
  <Paragraphs>682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Prophet by PDM — Platform Intelligence Briefs</dc:title>
  <dc:subject>PptxGenJS Presentation</dc:subject>
  <dc:creator>William Summers</dc:creator>
  <cp:lastModifiedBy>William Summers</cp:lastModifiedBy>
  <cp:revision>11</cp:revision>
  <dcterms:created xsi:type="dcterms:W3CDTF">2026-04-01T20:51:58Z</dcterms:created>
  <dcterms:modified xsi:type="dcterms:W3CDTF">2026-04-01T21:37:58Z</dcterms:modified>
</cp:coreProperties>
</file>