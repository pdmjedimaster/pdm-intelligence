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Prophet by PDM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What's Coming Before It Arrives</a:t>
            </a:r>
          </a:p>
          <a:p>
            <a:r>
              <a:t>AI Intelligence for Every Client Conversation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Reality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manage 50+ clients at once</a:t>
            </a:r>
          </a:p>
          <a:p>
            <a:r>
              <a:t>Signals are buried across systems</a:t>
            </a:r>
          </a:p>
          <a:p>
            <a:r>
              <a:t>You find out problems too late</a:t>
            </a:r>
          </a:p>
          <a:p>
            <a:r>
              <a:t>Churn doesn't happen suddenly — it builds quietly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 of Missing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client length: ~2 years</a:t>
            </a:r>
          </a:p>
          <a:p>
            <a:r>
              <a:t>Annual churn: 35.7%</a:t>
            </a:r>
          </a:p>
          <a:p>
            <a:r>
              <a:t>Target: 8 years → 12.5% churn</a:t>
            </a:r>
          </a:p>
          <a:p>
            <a:r>
              <a:t>$4M+ revenue protected by improving retention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It's not effort — it's visibility</a:t>
            </a:r>
          </a:p>
          <a:p>
            <a:r>
              <a:t>You can't act on what you can't see</a:t>
            </a:r>
          </a:p>
          <a:p>
            <a:r>
              <a:t>Prophet gives you that visibility —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Prophet?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intelligence platform connected to Salesforce</a:t>
            </a:r>
          </a:p>
          <a:p>
            <a:r>
              <a:t>Ask questions in plain English</a:t>
            </a:r>
          </a:p>
          <a:p>
            <a:r>
              <a:t>Get real-time client and prospect intelligence</a:t>
            </a:r>
          </a:p>
          <a:p>
            <a:r>
              <a:t>No reports. No digging. No guessing.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Prophet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ask a question</a:t>
            </a:r>
          </a:p>
          <a:p>
            <a:r>
              <a:t>Prophet pulls live Salesforce data</a:t>
            </a:r>
          </a:p>
          <a:p>
            <a:r>
              <a:t>AI analyzes signals instantly</a:t>
            </a:r>
          </a:p>
          <a:p>
            <a:r>
              <a:t>You receive a clear, prioritized intelligence brief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 Prophet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Reactive, guessing, scrambling</a:t>
            </a:r>
          </a:p>
          <a:p>
            <a:r>
              <a:t>After: Proactive, informed, confident</a:t>
            </a:r>
          </a:p>
          <a:p>
            <a:r>
              <a:t>Before: Missed signals</a:t>
            </a:r>
          </a:p>
          <a:p>
            <a:r>
              <a:t>After: Early detection + clear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Prophet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 Management Intelligence</a:t>
            </a:r>
          </a:p>
          <a:p>
            <a:r>
              <a:t>Health &amp; Churn Risk Detection</a:t>
            </a:r>
          </a:p>
          <a:p>
            <a:r>
              <a:t>Renewals &amp; Upsell Opportunities</a:t>
            </a:r>
          </a:p>
          <a:p>
            <a:r>
              <a:t>Sales &amp; Prospect Intelligence</a:t>
            </a:r>
          </a:p>
          <a:p>
            <a:r>
              <a:t>Competitive Intelligence</a:t>
            </a:r>
          </a:p>
          <a:p>
            <a:r>
              <a:t>Conversation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Before a Client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open Prophet and ask: 'Brief me on this account'</a:t>
            </a:r>
          </a:p>
          <a:p>
            <a:r>
              <a:t>You instantly see:</a:t>
            </a:r>
          </a:p>
          <a:p>
            <a:r>
              <a:t>Health score dropping</a:t>
            </a:r>
          </a:p>
          <a:p>
            <a:r>
              <a:t>Refund request open</a:t>
            </a:r>
          </a:p>
          <a:p>
            <a:r>
              <a:t>Doctor not contacted in 90+ days</a:t>
            </a:r>
          </a:p>
          <a:p>
            <a:r>
              <a:t>You know EXACTLY what to address 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Churn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ask: 'Show me churn risk'</a:t>
            </a:r>
          </a:p>
          <a:p>
            <a:r>
              <a:t>Accounts ranked by urgency</a:t>
            </a:r>
          </a:p>
          <a:p>
            <a:r>
              <a:t>Refund + cancellation signals surfaced first</a:t>
            </a:r>
          </a:p>
          <a:p>
            <a:r>
              <a:t>Revenue at risk clearly visible</a:t>
            </a:r>
          </a:p>
          <a:p>
            <a:r>
              <a:t>You act before the client leaves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Sales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ask: 'Research this practice'</a:t>
            </a:r>
          </a:p>
          <a:p>
            <a:r>
              <a:t>You get:</a:t>
            </a:r>
          </a:p>
          <a:p>
            <a:r>
              <a:t>Market analysis</a:t>
            </a:r>
          </a:p>
          <a:p>
            <a:r>
              <a:t>Competitor dominance insights</a:t>
            </a:r>
          </a:p>
          <a:p>
            <a:r>
              <a:t>Likelihood to buy score</a:t>
            </a:r>
          </a:p>
          <a:p>
            <a:r>
              <a:t>Auto-generated prospect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Intelligence Flywheel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→ Close → Serve → Monitor</a:t>
            </a:r>
          </a:p>
          <a:p>
            <a:r>
              <a:t>Alert → Renew → Grow → Learn</a:t>
            </a:r>
          </a:p>
          <a:p>
            <a:r>
              <a:t>Every action compounds intelligence</a:t>
            </a:r>
          </a:p>
          <a:p>
            <a:r>
              <a:t>Every client makes the system smarter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Revenue Conversations Powered by Prophet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BUY → Win new clients</a:t>
            </a:r>
          </a:p>
          <a:p>
            <a:r>
              <a:t>RESUME → Reactivate paused clients</a:t>
            </a:r>
          </a:p>
          <a:p>
            <a:r>
              <a:t>UPSELL → Expand services</a:t>
            </a:r>
          </a:p>
          <a:p>
            <a:r>
              <a:t>RENEW → Retain and grow accounts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Score = Early Warning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Engagement (40%)</a:t>
            </a:r>
          </a:p>
          <a:p>
            <a:r>
              <a:t>Case Health (30%)</a:t>
            </a:r>
          </a:p>
          <a:p>
            <a:r>
              <a:t>Renewal Timing (30%)</a:t>
            </a:r>
          </a:p>
          <a:p>
            <a:r>
              <a:t>Single score shows true account health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New Daily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Monday → Weekly Synopsis</a:t>
            </a:r>
          </a:p>
          <a:p>
            <a:r>
              <a:t>Before every call → Pre-call brief</a:t>
            </a:r>
          </a:p>
          <a:p>
            <a:r>
              <a:t>Weekly → Churn risk review</a:t>
            </a:r>
          </a:p>
          <a:p>
            <a:r>
              <a:t>Monthly → Renewal pipeline</a:t>
            </a:r>
          </a:p>
          <a:p>
            <a:r>
              <a:t>Always → Log notes instantly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 Managers → Always prepared</a:t>
            </a:r>
          </a:p>
          <a:p>
            <a:r>
              <a:t>Sales Reps → Know more than the prospect</a:t>
            </a:r>
          </a:p>
          <a:p>
            <a:r>
              <a:t>Leadership → See revenue risk early</a:t>
            </a:r>
          </a:p>
          <a:p>
            <a:r>
              <a:t>Everyone → Make better decisions faster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ROI Is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 5 accounts per quarter</a:t>
            </a:r>
          </a:p>
          <a:p>
            <a:r>
              <a:t>~$480K+ annual revenue protected</a:t>
            </a:r>
          </a:p>
          <a:p>
            <a:r>
              <a:t>One Platinum account saved = $240K+</a:t>
            </a:r>
          </a:p>
          <a:p>
            <a:r>
              <a:t>Prophet pays for itself instantly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competitor has this dataset</a:t>
            </a:r>
          </a:p>
          <a:p>
            <a:r>
              <a:t>Every interaction builds intelligence</a:t>
            </a:r>
          </a:p>
          <a:p>
            <a:r>
              <a:t>Every market becomes mapped</a:t>
            </a:r>
          </a:p>
          <a:p>
            <a:r>
              <a:t>This is a long-term strategic moat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embedded inside Salesforce (Agentforce)</a:t>
            </a:r>
          </a:p>
          <a:p>
            <a:r>
              <a:t>Automation via n8n</a:t>
            </a:r>
          </a:p>
          <a:p>
            <a:r>
              <a:t>Conversation Intelligence expansion</a:t>
            </a:r>
          </a:p>
          <a:p>
            <a:r>
              <a:t>Executive dashboards in PowerBI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Is How We Operate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Prophet becomes part of daily workflow</a:t>
            </a:r>
          </a:p>
          <a:p>
            <a:r>
              <a:t>Used before every call</a:t>
            </a:r>
          </a:p>
          <a:p>
            <a:r>
              <a:t>Used every Monday</a:t>
            </a:r>
          </a:p>
          <a:p>
            <a:r>
              <a:t>Used for every renewal and save play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Claude</a:t>
            </a:r>
          </a:p>
          <a:p>
            <a:r>
              <a:t>Ask a question</a:t>
            </a:r>
          </a:p>
          <a:p>
            <a:r>
              <a:t>Take action</a:t>
            </a:r>
          </a:p>
          <a:p>
            <a:r>
              <a:t>That's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What's Coming Before It Arrives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Prophet gives you clarity</a:t>
            </a:r>
          </a:p>
          <a:p>
            <a:r>
              <a:t>Prophet gives you confidence</a:t>
            </a:r>
          </a:p>
          <a:p>
            <a:r>
              <a:t>Prophet gives you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