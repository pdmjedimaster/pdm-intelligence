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Prophet by PDM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What's Coming Before It Arrives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 Managers manage 50+ clients</a:t>
            </a:r>
          </a:p>
          <a:p>
            <a:r>
              <a:t>Signals get missed</a:t>
            </a:r>
          </a:p>
          <a:p>
            <a:r>
              <a:t>Churn happens too 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2-year avg → 35.7% churn</a:t>
            </a:r>
          </a:p>
          <a:p>
            <a:r>
              <a:t>8-year target → 12.5%</a:t>
            </a:r>
          </a:p>
          <a:p>
            <a:r>
              <a:t>$4M+ revenue protected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Prophet?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intelligence platform connected to Salesforce</a:t>
            </a:r>
          </a:p>
          <a:p>
            <a:r>
              <a:t>Ask questions → get insights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Claude → Prophet → Salesforce → Intelligence →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Management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Synopsis</a:t>
            </a:r>
          </a:p>
          <a:p>
            <a:r>
              <a:t>Pre-Call Brief</a:t>
            </a:r>
          </a:p>
          <a:p>
            <a:r>
              <a:t>Log 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 Score</a:t>
            </a:r>
          </a:p>
          <a:p>
            <a:r>
              <a:t>Churn Risk</a:t>
            </a:r>
          </a:p>
          <a:p>
            <a:r>
              <a:t>Nightly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Renewals</a:t>
            </a:r>
          </a:p>
          <a:p>
            <a:r>
              <a:t>Upsells</a:t>
            </a:r>
          </a:p>
          <a:p>
            <a:r>
              <a:t>Gap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Prospect Research</a:t>
            </a:r>
          </a:p>
          <a:p>
            <a:r>
              <a:t>Lead Intel</a:t>
            </a:r>
          </a:p>
          <a:p>
            <a:r>
              <a:t>Pipeline Synopsis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 summaries</a:t>
            </a:r>
          </a:p>
          <a:p>
            <a:r>
              <a:t>Trends</a:t>
            </a:r>
          </a:p>
          <a:p>
            <a:r>
              <a:t>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Competitor tracking</a:t>
            </a:r>
          </a:p>
          <a:p>
            <a:r>
              <a:t>Renewal proof</a:t>
            </a:r>
          </a:p>
          <a:p>
            <a:r>
              <a:t>Market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Weekly Synopsis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weekly view of accounts</a:t>
            </a:r>
          </a:p>
          <a:p>
            <a:r>
              <a:t>MRR, risks, talking 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Pre-Call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data sources</a:t>
            </a:r>
          </a:p>
          <a:p>
            <a:r>
              <a:t>Complete client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Churn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Ranked list of at-risk clients</a:t>
            </a:r>
          </a:p>
          <a:p>
            <a:r>
              <a:t>Revenue at risk visibility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Prospect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analysis</a:t>
            </a:r>
          </a:p>
          <a:p>
            <a:r>
              <a:t>Scores</a:t>
            </a:r>
          </a:p>
          <a:p>
            <a:r>
              <a:t>Auto-generated decks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→ Close → Serve → Monitor → Alert → Renew → Grow → Learn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Conversations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</a:t>
            </a:r>
          </a:p>
          <a:p>
            <a:r>
              <a:t>Resume</a:t>
            </a:r>
          </a:p>
          <a:p>
            <a:r>
              <a:t>Upsell</a:t>
            </a:r>
          </a:p>
          <a:p>
            <a:r>
              <a:t>Renew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Score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40%</a:t>
            </a:r>
          </a:p>
          <a:p>
            <a:r>
              <a:t>Case Health 30%</a:t>
            </a:r>
          </a:p>
          <a:p>
            <a:r>
              <a:t>Renewal 30%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Agentforce</a:t>
            </a:r>
          </a:p>
          <a:p>
            <a:r>
              <a:t>Automation</a:t>
            </a:r>
          </a:p>
          <a:p>
            <a:r>
              <a:t>Dashboards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Competitive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data</a:t>
            </a:r>
          </a:p>
          <a:p>
            <a:r>
              <a:t>Compounding intelligence</a:t>
            </a:r>
          </a:p>
          <a:p>
            <a:r>
              <a:t>No competitor equivalent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Day with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Reactive</a:t>
            </a:r>
          </a:p>
          <a:p>
            <a:r>
              <a:t>After: Proactive</a:t>
            </a:r>
          </a:p>
          <a:p>
            <a:r>
              <a:t>Always prepared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Claude</a:t>
            </a:r>
          </a:p>
          <a:p>
            <a:r>
              <a:t>Ask a question</a:t>
            </a:r>
          </a:p>
          <a:p>
            <a:r>
              <a:t>Take action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