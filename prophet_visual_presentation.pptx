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Prophet by PDM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See What's Coming Before It Arrives</a:t>
            </a:r>
          </a:p>
          <a:p>
            <a:r>
              <a:rPr sz="2000">
                <a:solidFill>
                  <a:srgbClr val="FFFFFF"/>
                </a:solidFill>
              </a:rPr>
              <a:t>AI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Reality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Managing 50+ clients simultaneously</a:t>
            </a:r>
          </a:p>
          <a:p>
            <a:r>
              <a:rPr sz="2000">
                <a:solidFill>
                  <a:srgbClr val="FFFFFF"/>
                </a:solidFill>
              </a:rPr>
              <a:t>Critical signals are buried</a:t>
            </a:r>
          </a:p>
          <a:p>
            <a:r>
              <a:rPr sz="2000">
                <a:solidFill>
                  <a:srgbClr val="FFFFFF"/>
                </a:solidFill>
              </a:rPr>
              <a:t>Churn builds before you see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Cost of Missing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35.7% annual churn at 2-year average</a:t>
            </a:r>
          </a:p>
          <a:p>
            <a:r>
              <a:rPr sz="2000">
                <a:solidFill>
                  <a:srgbClr val="FFFFFF"/>
                </a:solidFill>
              </a:rPr>
              <a:t>Target: 12.5% at 8 years</a:t>
            </a:r>
          </a:p>
          <a:p>
            <a:r>
              <a:rPr sz="2000">
                <a:solidFill>
                  <a:srgbClr val="FFFFFF"/>
                </a:solidFill>
              </a:rPr>
              <a:t>$4M+ revenue protected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 Is Prophet?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AI connected to Salesforce</a:t>
            </a:r>
          </a:p>
          <a:p>
            <a:r>
              <a:rPr sz="2000">
                <a:solidFill>
                  <a:srgbClr val="FFFFFF"/>
                </a:solidFill>
              </a:rPr>
              <a:t>Ask in plain English</a:t>
            </a:r>
          </a:p>
          <a:p>
            <a:r>
              <a:rPr sz="2000">
                <a:solidFill>
                  <a:srgbClr val="FFFFFF"/>
                </a:solidFill>
              </a:rPr>
              <a:t>Instant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Before: Reactive and guessing</a:t>
            </a:r>
          </a:p>
          <a:p>
            <a:r>
              <a:rPr sz="2000">
                <a:solidFill>
                  <a:srgbClr val="FFFFFF"/>
                </a:solidFill>
              </a:rPr>
              <a:t>After: Proactive and informed</a:t>
            </a:r>
          </a:p>
          <a:p>
            <a:r>
              <a:rPr sz="2000">
                <a:solidFill>
                  <a:srgbClr val="FFFFFF"/>
                </a:solidFill>
              </a:rPr>
              <a:t>Before: Missed signals</a:t>
            </a:r>
          </a:p>
          <a:p>
            <a:r>
              <a:rPr sz="2000">
                <a:solidFill>
                  <a:srgbClr val="FFFFFF"/>
                </a:solidFill>
              </a:rPr>
              <a:t>After: Early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Account Intelligence</a:t>
            </a:r>
          </a:p>
          <a:p>
            <a:r>
              <a:rPr sz="2000">
                <a:solidFill>
                  <a:srgbClr val="FFFFFF"/>
                </a:solidFill>
              </a:rPr>
              <a:t>Churn Risk Detection</a:t>
            </a:r>
          </a:p>
          <a:p>
            <a:r>
              <a:rPr sz="2000">
                <a:solidFill>
                  <a:srgbClr val="FFFFFF"/>
                </a:solidFill>
              </a:rPr>
              <a:t>Pipeline Visibility</a:t>
            </a:r>
          </a:p>
          <a:p>
            <a:r>
              <a:rPr sz="2000">
                <a:solidFill>
                  <a:srgbClr val="FFFFFF"/>
                </a:solidFill>
              </a:rPr>
              <a:t>Sales Intelligence</a:t>
            </a:r>
          </a:p>
          <a:p>
            <a:r>
              <a:rPr sz="2000">
                <a:solidFill>
                  <a:srgbClr val="FFFFFF"/>
                </a:solidFill>
              </a:rPr>
              <a:t>Competitive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Client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See health score instantly</a:t>
            </a:r>
          </a:p>
          <a:p>
            <a:r>
              <a:rPr sz="2000">
                <a:solidFill>
                  <a:srgbClr val="FFFFFF"/>
                </a:solidFill>
              </a:rPr>
              <a:t>Identify risks immediately</a:t>
            </a:r>
          </a:p>
          <a:p>
            <a:r>
              <a:rPr sz="2000">
                <a:solidFill>
                  <a:srgbClr val="FFFFFF"/>
                </a:solidFill>
              </a:rPr>
              <a:t>Know exactly what to say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Churn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Ranked risk accounts</a:t>
            </a:r>
          </a:p>
          <a:p>
            <a:r>
              <a:rPr sz="2000">
                <a:solidFill>
                  <a:srgbClr val="FFFFFF"/>
                </a:solidFill>
              </a:rPr>
              <a:t>Revenue at risk visibility</a:t>
            </a:r>
          </a:p>
          <a:p>
            <a:r>
              <a:rPr sz="2000">
                <a:solidFill>
                  <a:srgbClr val="FFFFFF"/>
                </a:solidFill>
              </a:rPr>
              <a:t>Immediate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Market research</a:t>
            </a:r>
          </a:p>
          <a:p>
            <a:r>
              <a:rPr sz="2000">
                <a:solidFill>
                  <a:srgbClr val="FFFFFF"/>
                </a:solidFill>
              </a:rPr>
              <a:t>Competitor insights</a:t>
            </a:r>
          </a:p>
          <a:p>
            <a:r>
              <a:rPr sz="2000">
                <a:solidFill>
                  <a:srgbClr val="FFFFFF"/>
                </a:solidFill>
              </a:rPr>
              <a:t>Auto-generated decks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Intelligence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Every action compounds intelligence</a:t>
            </a:r>
          </a:p>
          <a:p>
            <a:r>
              <a:rPr sz="2000">
                <a:solidFill>
                  <a:srgbClr val="FFFFFF"/>
                </a:solidFill>
              </a:rPr>
              <a:t>Continuous improvement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4 Revenue Conversations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Buy | Resume | Upsell | Renew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Health Score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Engagement 40%</a:t>
            </a:r>
          </a:p>
          <a:p>
            <a:r>
              <a:rPr sz="2000">
                <a:solidFill>
                  <a:srgbClr val="FFFFFF"/>
                </a:solidFill>
              </a:rPr>
              <a:t>Case Health 30%</a:t>
            </a:r>
          </a:p>
          <a:p>
            <a:r>
              <a:rPr sz="2000">
                <a:solidFill>
                  <a:srgbClr val="FFFFFF"/>
                </a:solidFill>
              </a:rPr>
              <a:t>Renewal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Daily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Monday: Synopsis</a:t>
            </a:r>
          </a:p>
          <a:p>
            <a:r>
              <a:rPr sz="2000">
                <a:solidFill>
                  <a:srgbClr val="FFFFFF"/>
                </a:solidFill>
              </a:rPr>
              <a:t>Before calls: Brief</a:t>
            </a:r>
          </a:p>
          <a:p>
            <a:r>
              <a:rPr sz="2000">
                <a:solidFill>
                  <a:srgbClr val="FFFFFF"/>
                </a:solidFill>
              </a:rPr>
              <a:t>Weekly: Risk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 This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Always prepared</a:t>
            </a:r>
          </a:p>
          <a:p>
            <a:r>
              <a:rPr sz="2000">
                <a:solidFill>
                  <a:srgbClr val="FFFFFF"/>
                </a:solidFill>
              </a:rPr>
              <a:t>Better decisions</a:t>
            </a:r>
          </a:p>
          <a:p>
            <a:r>
              <a:rPr sz="2000">
                <a:solidFill>
                  <a:srgbClr val="FFFFFF"/>
                </a:solidFill>
              </a:rPr>
              <a:t>Stronger retention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Save 5 accounts = $480K+</a:t>
            </a:r>
          </a:p>
          <a:p>
            <a:r>
              <a:rPr sz="2000">
                <a:solidFill>
                  <a:srgbClr val="FFFFFF"/>
                </a:solidFill>
              </a:rPr>
              <a:t>One Platinum account = $240K+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Proprietary data</a:t>
            </a:r>
          </a:p>
          <a:p>
            <a:r>
              <a:rPr sz="2000">
                <a:solidFill>
                  <a:srgbClr val="FFFFFF"/>
                </a:solidFill>
              </a:rPr>
              <a:t>Compounding intelligence</a:t>
            </a:r>
          </a:p>
          <a:p>
            <a:r>
              <a:rPr sz="2000">
                <a:solidFill>
                  <a:srgbClr val="FFFFFF"/>
                </a:solidFill>
              </a:rPr>
              <a:t>Unmatched 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Agentforce integration</a:t>
            </a:r>
          </a:p>
          <a:p>
            <a:r>
              <a:rPr sz="2000">
                <a:solidFill>
                  <a:srgbClr val="FFFFFF"/>
                </a:solidFill>
              </a:rPr>
              <a:t>Automation</a:t>
            </a:r>
          </a:p>
          <a:p>
            <a:r>
              <a:rPr sz="2000">
                <a:solidFill>
                  <a:srgbClr val="FFFFFF"/>
                </a:solidFill>
              </a:rPr>
              <a:t>Dashboards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How We Operate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Used daily</a:t>
            </a:r>
          </a:p>
          <a:p>
            <a:r>
              <a:rPr sz="2000">
                <a:solidFill>
                  <a:srgbClr val="FFFFFF"/>
                </a:solidFill>
              </a:rPr>
              <a:t>Used before every call</a:t>
            </a:r>
          </a:p>
          <a:p>
            <a:r>
              <a:rPr sz="2000">
                <a:solidFill>
                  <a:srgbClr val="FFFFFF"/>
                </a:solidFill>
              </a:rPr>
              <a:t>Embedded in workflow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Open Claude</a:t>
            </a:r>
          </a:p>
          <a:p>
            <a:r>
              <a:rPr sz="2000">
                <a:solidFill>
                  <a:srgbClr val="FFFFFF"/>
                </a:solidFill>
              </a:rPr>
              <a:t>Ask a question</a:t>
            </a:r>
          </a:p>
          <a:p>
            <a:r>
              <a:rPr sz="2000">
                <a:solidFill>
                  <a:srgbClr val="FFFFFF"/>
                </a:solidFill>
              </a:rPr>
              <a:t>Take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